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58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18" autoAdjust="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92F32-84A8-4B2B-81B6-75B4EBEA5AA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26974-C600-47CD-883E-6D8E69CC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2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7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6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4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1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4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1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378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9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118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46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51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A21FC-D26E-4A0A-A565-41DBCB4DDC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CA3D35E-A571-4D06-800E-65BA5FF8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1DC25-1940-2B16-183D-B5D1CAD49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635" y="2153565"/>
            <a:ext cx="8049888" cy="823151"/>
          </a:xfrm>
        </p:spPr>
        <p:txBody>
          <a:bodyPr/>
          <a:lstStyle/>
          <a:p>
            <a:pPr algn="l"/>
            <a:r>
              <a:rPr lang="ru-RU" b="1" i="1" dirty="0">
                <a:latin typeface="Bauhaus 93" panose="04030905020B02020C02" pitchFamily="82" charset="0"/>
              </a:rPr>
              <a:t>АНО «</a:t>
            </a:r>
            <a:r>
              <a:rPr lang="ru-RU" b="1" i="1" dirty="0" err="1">
                <a:latin typeface="Bauhaus 93" panose="04030905020B02020C02" pitchFamily="82" charset="0"/>
              </a:rPr>
              <a:t>ДоброГорловка</a:t>
            </a:r>
            <a:r>
              <a:rPr lang="ru-RU" b="1" i="1" dirty="0">
                <a:latin typeface="Bauhaus 93" panose="04030905020B02020C02" pitchFamily="82" charset="0"/>
              </a:rPr>
              <a:t>»</a:t>
            </a:r>
            <a:endParaRPr lang="en-US" b="1" i="1" dirty="0">
              <a:latin typeface="Bauhaus 93" panose="04030905020B02020C02" pitchFamily="8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DEA866-B5E9-1544-DEEE-9ABEDE4EE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0060" y="3255706"/>
            <a:ext cx="7479617" cy="346588"/>
          </a:xfrm>
        </p:spPr>
        <p:txBody>
          <a:bodyPr>
            <a:noAutofit/>
          </a:bodyPr>
          <a:lstStyle/>
          <a:p>
            <a:pPr algn="ctr"/>
            <a:r>
              <a:rPr lang="ru-RU" sz="2400" i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Выполнил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:</a:t>
            </a:r>
            <a:r>
              <a:rPr lang="ru-RU" sz="2400" i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400" i="1" dirty="0" err="1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Шперко</a:t>
            </a:r>
            <a:r>
              <a:rPr lang="ru-RU" sz="2400" i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 Федор</a:t>
            </a:r>
            <a:endParaRPr lang="en-US" sz="2400" i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45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1C8499-5D70-1EA6-81EB-7C5DD656CF3B}"/>
              </a:ext>
            </a:extLst>
          </p:cNvPr>
          <p:cNvSpPr txBox="1"/>
          <p:nvPr/>
        </p:nvSpPr>
        <p:spPr>
          <a:xfrm>
            <a:off x="1091380" y="835741"/>
            <a:ext cx="6320879" cy="1806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Цель моего проекта: подробный рассказ об автономной некоммерческой организации (АНО) «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ДоброГорловка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»</a:t>
            </a:r>
            <a:endParaRPr lang="en-US" sz="28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9F130-7A76-C39F-407C-BBE42BC3E6AD}"/>
              </a:ext>
            </a:extLst>
          </p:cNvPr>
          <p:cNvSpPr txBox="1"/>
          <p:nvPr/>
        </p:nvSpPr>
        <p:spPr>
          <a:xfrm>
            <a:off x="1091380" y="3292704"/>
            <a:ext cx="61009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Задачи: изучить предоставленные интернетом 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материалы,создать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и защитить презентацию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24213E-4E33-5254-C5BE-72F9B5C4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86" t="7016" r="7511" b="6818"/>
          <a:stretch/>
        </p:blipFill>
        <p:spPr>
          <a:xfrm>
            <a:off x="7192296" y="2357283"/>
            <a:ext cx="2064774" cy="21434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5791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BE127-DB30-12F4-7345-D027121992F7}"/>
              </a:ext>
            </a:extLst>
          </p:cNvPr>
          <p:cNvSpPr txBox="1"/>
          <p:nvPr/>
        </p:nvSpPr>
        <p:spPr>
          <a:xfrm>
            <a:off x="893036" y="1452835"/>
            <a:ext cx="41590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АНО «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ДоброГорловка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» была создана в 2024 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г.,в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целях духовно-патриотического воспитания молодежи, а также для повышения качества жизни у социально незащищенных</a:t>
            </a:r>
          </a:p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категорий граждан.</a:t>
            </a:r>
            <a:endParaRPr lang="en-US" sz="28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BDCD9-075C-15C6-0440-AAB55A2BC5B5}"/>
              </a:ext>
            </a:extLst>
          </p:cNvPr>
          <p:cNvSpPr txBox="1"/>
          <p:nvPr/>
        </p:nvSpPr>
        <p:spPr>
          <a:xfrm>
            <a:off x="-285137" y="407474"/>
            <a:ext cx="6135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Создание</a:t>
            </a:r>
            <a:endParaRPr lang="en-US" sz="4800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F77005E-ED60-15B0-782E-FC48996F7644}"/>
              </a:ext>
            </a:extLst>
          </p:cNvPr>
          <p:cNvGrpSpPr/>
          <p:nvPr/>
        </p:nvGrpSpPr>
        <p:grpSpPr>
          <a:xfrm>
            <a:off x="4796442" y="2100246"/>
            <a:ext cx="5345080" cy="1599358"/>
            <a:chOff x="5225402" y="2413779"/>
            <a:chExt cx="5345080" cy="1599358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7D869AF9-85E9-B61B-7772-98CDE730A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0135" y="2413779"/>
              <a:ext cx="3895614" cy="101522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C96F17-6BEF-95B2-C236-DBEEF4D970AF}"/>
                </a:ext>
              </a:extLst>
            </p:cNvPr>
            <p:cNvSpPr txBox="1"/>
            <p:nvPr/>
          </p:nvSpPr>
          <p:spPr>
            <a:xfrm>
              <a:off x="5225402" y="3336029"/>
              <a:ext cx="5345080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/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A6C729"/>
                  </a:solidFill>
                  <a:effectLst/>
                  <a:latin typeface="Mont"/>
                </a:rPr>
                <a:t>Д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3B81C3"/>
                  </a:solidFill>
                  <a:effectLst/>
                  <a:latin typeface="Mont"/>
                </a:rPr>
                <a:t>О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18918"/>
                  </a:solidFill>
                  <a:effectLst/>
                  <a:latin typeface="Mont"/>
                </a:rPr>
                <a:t>Б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C00AF"/>
                  </a:solidFill>
                  <a:effectLst/>
                  <a:latin typeface="Mont"/>
                </a:rPr>
                <a:t>Р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A6C729"/>
                  </a:solidFill>
                  <a:effectLst/>
                  <a:latin typeface="Mont"/>
                </a:rPr>
                <a:t>О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18918"/>
                  </a:solidFill>
                  <a:effectLst/>
                  <a:latin typeface="Mont"/>
                </a:rPr>
                <a:t>Г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A6C729"/>
                  </a:solidFill>
                  <a:effectLst/>
                  <a:latin typeface="Mont"/>
                </a:rPr>
                <a:t>О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C00AF"/>
                  </a:solidFill>
                  <a:effectLst/>
                  <a:latin typeface="Mont"/>
                </a:rPr>
                <a:t>Р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18918"/>
                  </a:solidFill>
                  <a:effectLst/>
                  <a:latin typeface="Mont"/>
                </a:rPr>
                <a:t>Л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3B81C3"/>
                  </a:solidFill>
                  <a:effectLst/>
                  <a:latin typeface="Mont"/>
                </a:rPr>
                <a:t>О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A6C729"/>
                  </a:solidFill>
                  <a:effectLst/>
                  <a:latin typeface="Mont"/>
                </a:rPr>
                <a:t>В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FC00AF"/>
                  </a:solidFill>
                  <a:effectLst/>
                  <a:latin typeface="Mont"/>
                </a:rPr>
                <a:t>К</a:t>
              </a:r>
              <a:r>
                <a:rPr lang="ru-RU" sz="3800" b="1" i="0" cap="all" dirty="0">
                  <a:ln w="22225">
                    <a:solidFill>
                      <a:schemeClr val="tx1"/>
                    </a:solidFill>
                  </a:ln>
                  <a:solidFill>
                    <a:srgbClr val="A6C729"/>
                  </a:solidFill>
                  <a:effectLst/>
                  <a:latin typeface="Mont"/>
                </a:rPr>
                <a:t>А</a:t>
              </a:r>
              <a:endParaRPr lang="ru-RU" sz="3800" b="1" i="0" cap="all" dirty="0">
                <a:ln w="22225">
                  <a:solidFill>
                    <a:schemeClr val="tx1"/>
                  </a:solidFill>
                </a:ln>
                <a:solidFill>
                  <a:srgbClr val="000000"/>
                </a:solidFill>
                <a:effectLst/>
                <a:latin typeface="Mon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A367BE7-D8EC-E084-39D6-491260A43F8C}"/>
              </a:ext>
            </a:extLst>
          </p:cNvPr>
          <p:cNvSpPr txBox="1"/>
          <p:nvPr/>
        </p:nvSpPr>
        <p:spPr>
          <a:xfrm>
            <a:off x="5944772" y="3699604"/>
            <a:ext cx="3795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Логотип АНО «</a:t>
            </a:r>
            <a:r>
              <a:rPr lang="ru-RU" sz="16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Доброгорловка</a:t>
            </a:r>
            <a:r>
              <a:rPr lang="ru-RU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sz="16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18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80" decel="100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0" accel="100000" fill="hold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F1BDCD9-075C-15C6-0440-AAB55A2BC5B5}"/>
              </a:ext>
            </a:extLst>
          </p:cNvPr>
          <p:cNvSpPr txBox="1"/>
          <p:nvPr/>
        </p:nvSpPr>
        <p:spPr>
          <a:xfrm>
            <a:off x="0" y="266950"/>
            <a:ext cx="9505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Создателями являются три человека:</a:t>
            </a:r>
            <a:endParaRPr lang="en-US" sz="4000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029F28-C230-A878-DF3E-9CC83ABB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84" y="2152957"/>
            <a:ext cx="2728454" cy="27336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DDC45B-7174-D038-91F2-4AFF3104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394" y="2152957"/>
            <a:ext cx="2728454" cy="27336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78EC39-3F3B-E8ED-31B5-39944BE2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909" y="2152957"/>
            <a:ext cx="2728454" cy="27336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AutoShape 2" descr="Фото">
            <a:extLst>
              <a:ext uri="{FF2B5EF4-FFF2-40B4-BE49-F238E27FC236}">
                <a16:creationId xmlns:a16="http://schemas.microsoft.com/office/drawing/2014/main" id="{40BCDCC4-5A01-60A3-8DEE-26B008F1D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06013" y="5452294"/>
            <a:ext cx="4842387" cy="266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604CE-7810-6528-3878-FAB46025EF5D}"/>
              </a:ext>
            </a:extLst>
          </p:cNvPr>
          <p:cNvSpPr txBox="1"/>
          <p:nvPr/>
        </p:nvSpPr>
        <p:spPr>
          <a:xfrm>
            <a:off x="604684" y="4886633"/>
            <a:ext cx="27284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Абросимов</a:t>
            </a:r>
          </a:p>
          <a:p>
            <a:pPr algn="ctr"/>
            <a:r>
              <a:rPr lang="ru-RU" sz="24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Дмитрий В.</a:t>
            </a:r>
            <a:endParaRPr lang="en-US" sz="24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E9BBE-626B-9ECC-96CA-BC51B1E9DBF1}"/>
              </a:ext>
            </a:extLst>
          </p:cNvPr>
          <p:cNvSpPr txBox="1"/>
          <p:nvPr/>
        </p:nvSpPr>
        <p:spPr>
          <a:xfrm>
            <a:off x="3602909" y="4886633"/>
            <a:ext cx="27284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Ильчук</a:t>
            </a:r>
          </a:p>
          <a:p>
            <a:pPr algn="ctr"/>
            <a:r>
              <a:rPr lang="ru-RU" sz="24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Михаил В.</a:t>
            </a:r>
            <a:endParaRPr lang="en-US" sz="24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C87E95-D953-4512-B6C0-BBB4DA04C13B}"/>
              </a:ext>
            </a:extLst>
          </p:cNvPr>
          <p:cNvSpPr txBox="1"/>
          <p:nvPr/>
        </p:nvSpPr>
        <p:spPr>
          <a:xfrm>
            <a:off x="6688394" y="4927535"/>
            <a:ext cx="27284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Поляков    Иван В.</a:t>
            </a:r>
            <a:endParaRPr lang="en-US" sz="24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96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14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854F46-C01A-6410-B240-17C5745E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02" t="9877" r="13529"/>
          <a:stretch/>
        </p:blipFill>
        <p:spPr>
          <a:xfrm>
            <a:off x="3634612" y="1867647"/>
            <a:ext cx="3774745" cy="3365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6E576D-0167-4CB1-14CF-AFC7CFDE1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3" t="10859" r="12799"/>
          <a:stretch/>
        </p:blipFill>
        <p:spPr>
          <a:xfrm>
            <a:off x="989315" y="1867648"/>
            <a:ext cx="2202425" cy="3365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FC3A9-346A-9780-DAD6-55DE54D5F8D1}"/>
              </a:ext>
            </a:extLst>
          </p:cNvPr>
          <p:cNvSpPr txBox="1"/>
          <p:nvPr/>
        </p:nvSpPr>
        <p:spPr>
          <a:xfrm>
            <a:off x="674682" y="5270053"/>
            <a:ext cx="28316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Марковский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Кирилл Н.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(ответственный за волонтерское движение)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ADC42-A4F6-0998-EE46-F38A91DA3047}"/>
              </a:ext>
            </a:extLst>
          </p:cNvPr>
          <p:cNvSpPr txBox="1"/>
          <p:nvPr/>
        </p:nvSpPr>
        <p:spPr>
          <a:xfrm>
            <a:off x="3596363" y="5270053"/>
            <a:ext cx="3851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Хорьяков</a:t>
            </a:r>
            <a:endParaRPr kumimoji="0" lang="ru-RU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Станислав В.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(директор)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A4079-2DC0-2D7B-EF4B-80A7A2128295}"/>
              </a:ext>
            </a:extLst>
          </p:cNvPr>
          <p:cNvSpPr txBox="1"/>
          <p:nvPr/>
        </p:nvSpPr>
        <p:spPr>
          <a:xfrm>
            <a:off x="989315" y="410460"/>
            <a:ext cx="6325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По мимо создателей, в команде есть еще два человека:</a:t>
            </a:r>
            <a:endParaRPr lang="en-US" sz="28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3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400"/>
                            </p:stCondLst>
                            <p:childTnLst>
                              <p:par>
                                <p:cTn id="1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1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23111-7977-C98B-2246-4C89D804E812}"/>
              </a:ext>
            </a:extLst>
          </p:cNvPr>
          <p:cNvSpPr txBox="1"/>
          <p:nvPr/>
        </p:nvSpPr>
        <p:spPr>
          <a:xfrm>
            <a:off x="540774" y="304818"/>
            <a:ext cx="9075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Проекты</a:t>
            </a:r>
            <a:r>
              <a:rPr lang="ru-RU" sz="4400" b="1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:</a:t>
            </a:r>
            <a:endParaRPr lang="en-US" sz="4400" b="1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39705-F40D-B84F-9166-EF086C1016D1}"/>
              </a:ext>
            </a:extLst>
          </p:cNvPr>
          <p:cNvSpPr txBox="1"/>
          <p:nvPr/>
        </p:nvSpPr>
        <p:spPr>
          <a:xfrm>
            <a:off x="540773" y="1406013"/>
            <a:ext cx="64696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На данный момент автономная некоммерческая организация «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ДоброГорловка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» ведет несколько проектов, направленных помочь пожилым или больным 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людям,а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также обучить детей из многодетных семей пользоваться офисными программами </a:t>
            </a:r>
            <a:r>
              <a:rPr lang="en-US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Microsoft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и бороться с 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кибербуллингом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  <a:p>
            <a:endParaRPr lang="en-US" sz="28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24B83B-C71A-86DC-0E1D-D410316B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78" r="20000"/>
          <a:stretch/>
        </p:blipFill>
        <p:spPr>
          <a:xfrm>
            <a:off x="6376202" y="381000"/>
            <a:ext cx="1838632" cy="304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458807-E5ED-BEC3-150F-174CFA7E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532" y="1905000"/>
            <a:ext cx="2330245" cy="233024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0AC1B7-D203-52CF-C33F-06AC7374A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452" y="4452267"/>
            <a:ext cx="2228764" cy="179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50"/>
                            </p:stCondLst>
                            <p:childTnLst>
                              <p:par>
                                <p:cTn id="1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7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7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5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886244-804A-1B28-2D01-ADEEB325E9DF}"/>
              </a:ext>
            </a:extLst>
          </p:cNvPr>
          <p:cNvSpPr txBox="1"/>
          <p:nvPr/>
        </p:nvSpPr>
        <p:spPr>
          <a:xfrm>
            <a:off x="481779" y="186812"/>
            <a:ext cx="76691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 «Цифровой иммунитет»</a:t>
            </a:r>
            <a:endParaRPr lang="en-US" sz="4400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F67AE0-76AB-A471-D71A-D21270E4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767" y="1719164"/>
            <a:ext cx="2447024" cy="2447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1707A1-AAB4-F355-456F-573A3B7F3EBE}"/>
              </a:ext>
            </a:extLst>
          </p:cNvPr>
          <p:cNvSpPr txBox="1"/>
          <p:nvPr/>
        </p:nvSpPr>
        <p:spPr>
          <a:xfrm>
            <a:off x="481779" y="1750142"/>
            <a:ext cx="701040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Проект направлен на помощь обучающимся в 8-11 классах детям из многодетных семей овладеть навыками работы с офисными программами </a:t>
            </a:r>
            <a:r>
              <a:rPr lang="en-US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(Word, Excel, PowerPoint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).Помимо этой цели проект также нацелен научить противостоянию </a:t>
            </a:r>
            <a:r>
              <a:rPr lang="ru-RU" sz="28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кибербуллингу</a:t>
            </a:r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основам кибербезопасности, азам гимнастики и донести идеи о морали в интернете.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25029-E3FF-DB69-B381-DC101D51CD40}"/>
              </a:ext>
            </a:extLst>
          </p:cNvPr>
          <p:cNvSpPr txBox="1"/>
          <p:nvPr/>
        </p:nvSpPr>
        <p:spPr>
          <a:xfrm>
            <a:off x="7058658" y="3775477"/>
            <a:ext cx="2647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Логотип проекта «Цифровой иммунитет»</a:t>
            </a:r>
            <a:endParaRPr lang="en-US" sz="16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3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5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1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14AC20-118E-C257-F88B-19A7892E9606}"/>
              </a:ext>
            </a:extLst>
          </p:cNvPr>
          <p:cNvSpPr txBox="1"/>
          <p:nvPr/>
        </p:nvSpPr>
        <p:spPr>
          <a:xfrm>
            <a:off x="208722" y="308113"/>
            <a:ext cx="10088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Люди принявшие участие в данном проекте:</a:t>
            </a:r>
            <a:endParaRPr lang="en-US" sz="2800" i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D550A-A584-DA44-2D55-90E0B013A5E8}"/>
              </a:ext>
            </a:extLst>
          </p:cNvPr>
          <p:cNvSpPr txBox="1"/>
          <p:nvPr/>
        </p:nvSpPr>
        <p:spPr>
          <a:xfrm>
            <a:off x="352837" y="5427731"/>
            <a:ext cx="2922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Трухачев Александр Сергеевич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(учитель информатики)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87001-97EA-3731-7E1C-1D6214D04A1A}"/>
              </a:ext>
            </a:extLst>
          </p:cNvPr>
          <p:cNvSpPr txBox="1"/>
          <p:nvPr/>
        </p:nvSpPr>
        <p:spPr>
          <a:xfrm>
            <a:off x="3527666" y="5460742"/>
            <a:ext cx="3587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Павлова Вита Викторовна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(Педагог-психолог ЦППМСП </a:t>
            </a:r>
            <a:r>
              <a:rPr kumimoji="0" lang="ru-RU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г.о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Горловка)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20082-5AF4-F7A9-AEBB-03CB52E4099C}"/>
              </a:ext>
            </a:extLst>
          </p:cNvPr>
          <p:cNvSpPr txBox="1"/>
          <p:nvPr/>
        </p:nvSpPr>
        <p:spPr>
          <a:xfrm>
            <a:off x="7368364" y="5422976"/>
            <a:ext cx="3401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i="1" dirty="0" err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Хорьяков</a:t>
            </a:r>
            <a:r>
              <a:rPr lang="ru-RU" sz="1600" i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Станислав Викторович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(Учитель физкультуры)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5CC03B6-13CA-C139-EFE6-E9CF8FE268EC}"/>
              </a:ext>
            </a:extLst>
          </p:cNvPr>
          <p:cNvGrpSpPr/>
          <p:nvPr/>
        </p:nvGrpSpPr>
        <p:grpSpPr>
          <a:xfrm>
            <a:off x="352837" y="1147021"/>
            <a:ext cx="10417489" cy="4280710"/>
            <a:chOff x="352837" y="1147021"/>
            <a:chExt cx="10417489" cy="428071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7E7B2EC-9320-788B-CD2A-EF9B148D3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571" t="8154" r="4738"/>
            <a:stretch/>
          </p:blipFill>
          <p:spPr>
            <a:xfrm>
              <a:off x="352837" y="1151973"/>
              <a:ext cx="2922105" cy="427575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8F5BA1D4-9328-8FF4-E6A2-C8E1EFB37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" t="10418" r="-225"/>
            <a:stretch/>
          </p:blipFill>
          <p:spPr>
            <a:xfrm>
              <a:off x="3527667" y="1147021"/>
              <a:ext cx="3587975" cy="42759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95837DF-F73B-D94F-F64F-5396365F9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110" t="20279" r="21215"/>
            <a:stretch/>
          </p:blipFill>
          <p:spPr>
            <a:xfrm>
              <a:off x="7368364" y="1147021"/>
              <a:ext cx="3401962" cy="42759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0EC9D5E4-E2D3-FA64-D47E-69182277907C}"/>
              </a:ext>
            </a:extLst>
          </p:cNvPr>
          <p:cNvGrpSpPr/>
          <p:nvPr/>
        </p:nvGrpSpPr>
        <p:grpSpPr>
          <a:xfrm>
            <a:off x="12825833" y="-2675861"/>
            <a:ext cx="3206966" cy="5093399"/>
            <a:chOff x="12875716" y="-2514496"/>
            <a:chExt cx="3206966" cy="5093399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A4129539-9080-0A84-7EE7-1B945C7C5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75716" y="-2514496"/>
              <a:ext cx="3206966" cy="42759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A19954-D895-0078-7DB0-6EFC74D4D364}"/>
                </a:ext>
              </a:extLst>
            </p:cNvPr>
            <p:cNvSpPr txBox="1"/>
            <p:nvPr/>
          </p:nvSpPr>
          <p:spPr>
            <a:xfrm>
              <a:off x="12875716" y="1747906"/>
              <a:ext cx="32069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Евгений Тимофеев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i="1" dirty="0">
                  <a:solidFill>
                    <a:srgbClr val="0070C0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(Священник, аспирант </a:t>
              </a:r>
              <a:r>
                <a:rPr lang="ru-RU" sz="1600" i="1" dirty="0" err="1">
                  <a:solidFill>
                    <a:srgbClr val="0070C0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СПбДА</a:t>
              </a:r>
              <a:r>
                <a:rPr lang="ru-RU" sz="1600" i="1" dirty="0">
                  <a:solidFill>
                    <a:srgbClr val="0070C0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)</a:t>
              </a:r>
              <a:endPara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932DF888-B3FF-30DB-7836-CD41A0F2F932}"/>
              </a:ext>
            </a:extLst>
          </p:cNvPr>
          <p:cNvGrpSpPr/>
          <p:nvPr/>
        </p:nvGrpSpPr>
        <p:grpSpPr>
          <a:xfrm>
            <a:off x="13025360" y="4052257"/>
            <a:ext cx="3107203" cy="4905553"/>
            <a:chOff x="12975480" y="2582046"/>
            <a:chExt cx="3107203" cy="4905553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2FD0C8D7-7430-D8A7-C5C0-567C92196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6" r="45765"/>
            <a:stretch/>
          </p:blipFill>
          <p:spPr>
            <a:xfrm>
              <a:off x="12975480" y="2582046"/>
              <a:ext cx="3107202" cy="42759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C04963-CE27-3FF2-5475-0AB5A449F3F9}"/>
                </a:ext>
              </a:extLst>
            </p:cNvPr>
            <p:cNvSpPr txBox="1"/>
            <p:nvPr/>
          </p:nvSpPr>
          <p:spPr>
            <a:xfrm>
              <a:off x="12975480" y="6902824"/>
              <a:ext cx="310720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Михаил Фоменко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i="1" dirty="0">
                  <a:solidFill>
                    <a:srgbClr val="0070C0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(Священник)</a:t>
              </a:r>
              <a:endPara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069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85185E-6 L -1.35443 1.8518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72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xit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2" presetClass="exit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2" presetClass="exit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46945E-18 L -0.91484 0.557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742" y="2787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11111E-6 L -0.61211 -0.4231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12" y="-2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2D1003-56CE-F84C-25B8-B51F75327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1" t="-391" r="170" b="-443"/>
          <a:stretch/>
        </p:blipFill>
        <p:spPr>
          <a:xfrm>
            <a:off x="-5052764" y="2892381"/>
            <a:ext cx="3174274" cy="32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E20DE32-C2AD-E57E-0EF6-C79A9E68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13" t="-514" r="201" b="858"/>
          <a:stretch/>
        </p:blipFill>
        <p:spPr>
          <a:xfrm>
            <a:off x="7861134" y="1105648"/>
            <a:ext cx="3194678" cy="3180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ECDCA-D476-1523-2EA3-3ADD0B3F8587}"/>
              </a:ext>
            </a:extLst>
          </p:cNvPr>
          <p:cNvSpPr txBox="1"/>
          <p:nvPr/>
        </p:nvSpPr>
        <p:spPr>
          <a:xfrm>
            <a:off x="592464" y="491248"/>
            <a:ext cx="512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F1A61-AA84-7D32-9F67-342B5D71D9D9}"/>
              </a:ext>
            </a:extLst>
          </p:cNvPr>
          <p:cNvSpPr txBox="1"/>
          <p:nvPr/>
        </p:nvSpPr>
        <p:spPr>
          <a:xfrm>
            <a:off x="592464" y="336207"/>
            <a:ext cx="7955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 «</a:t>
            </a:r>
            <a:r>
              <a:rPr lang="ru-RU" sz="44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Пульс Добра</a:t>
            </a:r>
            <a:r>
              <a:rPr kumimoji="0" lang="ru-RU" sz="44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»</a:t>
            </a:r>
            <a:endParaRPr kumimoji="0" lang="en-US" sz="44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1DE7A-5ABF-2550-7E36-856A42259D9E}"/>
              </a:ext>
            </a:extLst>
          </p:cNvPr>
          <p:cNvSpPr txBox="1"/>
          <p:nvPr/>
        </p:nvSpPr>
        <p:spPr>
          <a:xfrm>
            <a:off x="674108" y="1260689"/>
            <a:ext cx="66424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 нужен для того, чтобы проводить донацию(добровольную сдачу крови для горловских мед. Учреждений) и повышать количество потенциальных доноров крови среди молодежи.</a:t>
            </a:r>
          </a:p>
          <a:p>
            <a:r>
              <a:rPr lang="ru-RU" sz="2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В акции регулярно участвуют активисты, директор и сотрудники АНО «</a:t>
            </a:r>
            <a:r>
              <a:rPr lang="ru-RU" sz="2800" i="1" dirty="0" err="1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ДоброГорловка</a:t>
            </a:r>
            <a:r>
              <a:rPr lang="ru-RU" sz="2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». На данный момент уже проведено 2 сдачи крови.</a:t>
            </a:r>
            <a:endParaRPr lang="en-US" sz="2800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8297D-A311-4708-74C1-AE3A6D164E57}"/>
              </a:ext>
            </a:extLst>
          </p:cNvPr>
          <p:cNvSpPr txBox="1"/>
          <p:nvPr/>
        </p:nvSpPr>
        <p:spPr>
          <a:xfrm>
            <a:off x="7861134" y="4285737"/>
            <a:ext cx="3194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i="1" dirty="0">
                <a:solidFill>
                  <a:srgbClr val="0070C0"/>
                </a:solidFill>
                <a:latin typeface="Times New Roman" panose="02020603050405020304" pitchFamily="18" charset="0"/>
                <a:ea typeface="Cascadia Mono SemiBold" panose="020B0609020000020004" pitchFamily="49" charset="0"/>
                <a:cs typeface="Times New Roman" panose="02020603050405020304" pitchFamily="18" charset="0"/>
              </a:rPr>
              <a:t>Логотип проекта «Пульс Добра»</a:t>
            </a:r>
            <a:endParaRPr lang="en-US" sz="1600" i="1" dirty="0">
              <a:solidFill>
                <a:srgbClr val="0070C0"/>
              </a:solidFill>
              <a:latin typeface="Times New Roman" panose="02020603050405020304" pitchFamily="18" charset="0"/>
              <a:ea typeface="Cascadia Mono SemiBold" panose="020B06090200000200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EB40-847B-FB63-704E-E382811BD52D}"/>
              </a:ext>
            </a:extLst>
          </p:cNvPr>
          <p:cNvSpPr txBox="1"/>
          <p:nvPr/>
        </p:nvSpPr>
        <p:spPr>
          <a:xfrm>
            <a:off x="-12463303" y="2049198"/>
            <a:ext cx="115922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 «Родник </a:t>
            </a:r>
            <a:r>
              <a:rPr lang="ru-RU" sz="44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Добра</a:t>
            </a:r>
            <a:r>
              <a:rPr kumimoji="0" lang="ru-RU" sz="44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»</a:t>
            </a:r>
            <a:endParaRPr kumimoji="0" lang="en-US" sz="44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AA2A3-48A8-8528-E2A8-93835D2BCA27}"/>
              </a:ext>
            </a:extLst>
          </p:cNvPr>
          <p:cNvSpPr txBox="1"/>
          <p:nvPr/>
        </p:nvSpPr>
        <p:spPr>
          <a:xfrm>
            <a:off x="-12351548" y="2892381"/>
            <a:ext cx="716011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i="1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Проект создан из за проблем с водообеспечением в нашем регионе, для снабжения жителей Горловки водой. Для развоза воды используется спецтехника – КАМАЗ, взятая в аренду у департамента ЖКХ г. Горловка. Сейчас проект обеспечивает технической водой две точки раздачи в поселке Кочегарка, привозя через день по 9 тонн воды.</a:t>
            </a:r>
            <a:endParaRPr lang="en-US" sz="2800" i="1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056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94 -0.03264 L -0.19792 -0.24421 " pathEditMode="relative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71 0.33056 L -0.14244 0.58565 L -0.79492 0.59144 " pathEditMode="relative" ptsTypes="A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615</TotalTime>
  <Words>377</Words>
  <Application>Microsoft Office PowerPoint</Application>
  <PresentationFormat>Широкоэкранный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0" baseType="lpstr">
      <vt:lpstr>Aptos</vt:lpstr>
      <vt:lpstr>Arial</vt:lpstr>
      <vt:lpstr>Bauhaus 93</vt:lpstr>
      <vt:lpstr>Cascadia Mono</vt:lpstr>
      <vt:lpstr>Cascadia Mono SemiBold</vt:lpstr>
      <vt:lpstr>Comic Sans MS</vt:lpstr>
      <vt:lpstr>Mont</vt:lpstr>
      <vt:lpstr>Times New Roman</vt:lpstr>
      <vt:lpstr>Trebuchet MS</vt:lpstr>
      <vt:lpstr>Wingdings 3</vt:lpstr>
      <vt:lpstr>Аспект</vt:lpstr>
      <vt:lpstr>АНО «ДоброГорловка»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Dobrogorlovka_02 Dobrogorlovka_02</dc:creator>
  <cp:lastModifiedBy>Кирилл Щевелев</cp:lastModifiedBy>
  <cp:revision>5</cp:revision>
  <dcterms:created xsi:type="dcterms:W3CDTF">2026-01-27T12:23:15Z</dcterms:created>
  <dcterms:modified xsi:type="dcterms:W3CDTF">2026-03-10T20:32:40Z</dcterms:modified>
</cp:coreProperties>
</file>